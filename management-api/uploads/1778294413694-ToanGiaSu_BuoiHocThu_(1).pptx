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137160"/>
            <a:ext cx="4206240" cy="4206240"/>
          </a:xfrm>
          <a:prstGeom prst="ellipse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548640"/>
            <a:ext cx="3200400" cy="3200400"/>
          </a:xfrm>
          <a:prstGeom prst="ellipse">
            <a:avLst/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4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 f(x) dx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4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  →  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4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ax² + bx + 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548640" cy="2926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Chào mừng đến với buổi học thử!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 11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lấy lại nền tảng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đi xa hơn.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đầu mình làm quen nhẹ nhàng thôi 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gì căng cả. Cứ thoải mái nhé 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FUNIX  |  Gia sư Toán  |  Lớp 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Trước khi bắt đầu — mình muốn hiểu hơn về bạn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đáp án đúng hay sai ở đây — cứ trả lời thành thật nhé.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114800" cy="1572768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54864" cy="157276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đang thấy Toán khó nhất ở phần nào?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số? Lượng giác? Xác suất? Hình học không gian?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114800" cy="1572768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17320"/>
            <a:ext cx="54864" cy="157276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9476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Toán gần đây của bạn khoảng bao nhiêu?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kiểm tra / học kỳ gần nhất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4114800" cy="1572768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154680"/>
            <a:ext cx="54864" cy="157276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46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của bạn là gì?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42519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môn / đạt 7+ / đạt 8+ / thi đại học tốt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154680"/>
            <a:ext cx="4114800" cy="1572768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154680"/>
            <a:ext cx="54864" cy="157276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46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0" y="36850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thường học Toán như thế nào?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0" y="42519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học / học thêm / chỉ học ở trường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Đôi nét về mình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103120" cy="2103120"/>
          </a:xfrm>
          <a:prstGeom prst="ellipse">
            <a:avLst/>
          </a:prstGeom>
          <a:solidFill>
            <a:srgbClr val="1A2B3F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1737360" cy="1737360"/>
          </a:xfrm>
          <a:prstGeom prst="ellipse">
            <a:avLst/>
          </a:prstGeom>
          <a:solidFill>
            <a:srgbClr val="1C3A5C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96012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Vũ Đức Thịnh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97480" y="15087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năm nhất — Đại học Kinh tế Quốc Dân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GPA: 3.44 / 4.0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828800"/>
            <a:ext cx="3337560" cy="475488"/>
          </a:xfrm>
          <a:prstGeom prst="rect">
            <a:avLst/>
          </a:prstGeom>
          <a:solidFill>
            <a:srgbClr val="1A2B3F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1828800"/>
            <a:ext cx="54864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THPT 2025 môn Toán: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1828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 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trung bình môn Toán theo năm: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97480" y="2788920"/>
            <a:ext cx="1691640" cy="100584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97480" y="28163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1691640" cy="100584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28163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446520" y="2788920"/>
            <a:ext cx="1691640" cy="100584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28163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solidFill>
            <a:srgbClr val="111D2C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886200"/>
            <a:ext cx="54864" cy="9144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5935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Mình từng ngồi đúng chỗ bạn đang ngồi — và biết cảm giác "học mà vẫn không hiểu" là như thế nào.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 mình ở đây để giúp bạn hiểu thực sự, không chỉ để làm được bài.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Hôm nay mình sẽ làm gì?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3977640" cy="347472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3977640" cy="47548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NÀY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572768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4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636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nền tảng hiện tại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" y="2212848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4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2037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Test 15 câu — đa dạng chủ đề Toán 11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2852928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4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bạn đang ở level nào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" y="3493008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4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4838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lộ trình học phù hợp với bạn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987552"/>
            <a:ext cx="3977640" cy="347472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87552"/>
            <a:ext cx="3977640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9875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56048" y="1600200"/>
            <a:ext cx="256032" cy="2560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4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từ dễ → khó, không bỏ bước nào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56048" y="2240280"/>
            <a:ext cx="256032" cy="2560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4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2212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bản chất — không học vẹt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56048" y="2880360"/>
            <a:ext cx="256032" cy="2560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4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21808" y="2852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linh hoạt theo bạn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956048" y="3520440"/>
            <a:ext cx="256032" cy="2560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4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3493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tại sao, không chỉ cách làm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1480" y="4572000"/>
            <a:ext cx="8321040" cy="530352"/>
          </a:xfrm>
          <a:prstGeom prst="rect">
            <a:avLst/>
          </a:prstGeom>
          <a:solidFill>
            <a:srgbClr val="0D192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4572000"/>
            <a:ext cx="54864" cy="53035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6360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câu hỏi nào là ngu ngốc — có câu hỏi nghĩa là bạn đang học thật sự.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Mini Test — Câu 1–3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4208" y="10149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mũ &amp; logarit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316736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xác định của hàm số y = log₂(x − 3) là: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(3; +∞)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[3; +∞)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(−∞; 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236829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mũ &amp; logarit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của log₃ 27 bằng: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1/3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64208" y="37216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mũ &amp; logarit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y = 2ˣ là hàm số đồng biến hay nghịch biến trên ℝ?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Nghịch biến trên 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Đồng biến trên 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Không đơn điệu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Đồng biến chỉ khi x &gt; 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Mini Test — Câu 4–6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4208" y="10149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vuông góc trong không gian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4.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316736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đường thẳng trong không gian vuông góc nhau khi: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Chúng cắt nhau tạo góc 90°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Góc giữa chúng bằng 90° (dù cắt hay chéo nhau)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Chúng song song nhau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Cùng vuông góc với một mặt phẳng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236829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vuông góc — Bài toán thực tế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5.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cao 6 m, dây cáp nối đỉnh cột với điểm cách chân 8 m. Góc giữa dây cáp và mặt đất ≈ 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37°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41°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53°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45°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64208" y="37216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hộp chữ nhật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6.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hộp chữ nhật ABCD.A'B'C'D'. Đường thẳng AA' vuông góc với những mặt phẳng nào?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(A'B'C'D') và (ABCD)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(AA'BB')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(ABB'A') và (ADD'A')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Không có mặt phẳng nào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Mini Test — Câu 7–9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4208" y="10149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— Quy tắc cộng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7.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316736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Gieo một con súc sắc. Xác suất để ra số chẵn HOẶC số lớn hơn 4 là: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1/2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2/3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5/6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3/4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236829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— Biến cố hợp &amp; giao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8.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hộp có 5 bóng đỏ và 3 bóng xanh. Lấy ngẫu nhiên 2 bóng cùng lúc. Xác suất để 2 bóng cùng màu là: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13/28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15/28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3/7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5/14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solidFill>
            <a:srgbClr val="F4614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NHẸ 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64208" y="37216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Đạo hàm — Tính đạo hàm cơ bản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9.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Đạo hàm của f(x) = x³ − 3x² + 2 tại x = 2 bằng: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−2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Mini Test — Câu 10–12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solidFill>
            <a:srgbClr val="F4614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NHẸ ★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4208" y="10149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Đạo hàm — Tính đạo hàm hàm hợp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316736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Đạo hàm của hàm số y = (2x + 1)⁴ là: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4(2x + 1)³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8(2x + 1)³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4(2x + 1)⁴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2(2x + 1)³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236829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giác — Phương trình cơ bản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11.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sin x = √2/2 có nghiệm là: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x = π/4 + kπ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x = π/4 + 2kπ  hoặc  x = 3π/4 + 2kπ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x = π/3 + 2kπ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x = π/6 + kπ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64208" y="37216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mũ — Phương trình mũ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12.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trình 4ˣ = 8 có nghiệm là: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x =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x = 3/2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x = 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x =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Mini Test — Câu 13–15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64208" y="10149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logarit — Bất phương trình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316736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 phương trình log₂(x − 1) &gt; 3 có nghiệm là: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x &gt; 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x &gt; 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x &gt; 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99339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1 &lt; x &lt; 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340864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236829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 hàm số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6700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14.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670048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lim(x→2) (x² − 4) / (x − 2) bằng: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Không xác định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34670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8321040" cy="126187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64208" y="37216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học không gian — Thể tích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15.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chóp tứ giác đều có cạnh đáy a = 4 và chiều cao h = 3. Thể tích là: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16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44439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12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48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470001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36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Đáp án Mini Test — Bạn làm được mấy câu?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1572768" cy="274320"/>
          </a:xfrm>
          <a:prstGeom prst="rect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424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103120" y="100584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1005840"/>
            <a:ext cx="1572768" cy="274320"/>
          </a:xfrm>
          <a:prstGeom prst="rect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0424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794760" y="100584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94760" y="1005840"/>
            <a:ext cx="1572768" cy="274320"/>
          </a:xfrm>
          <a:prstGeom prst="rect">
            <a:avLst/>
          </a:prstGeom>
          <a:solidFill>
            <a:srgbClr val="4ADE80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0424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5486400" y="100584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005840"/>
            <a:ext cx="1572768" cy="274320"/>
          </a:xfrm>
          <a:prstGeom prst="rect">
            <a:avLst/>
          </a:prstGeom>
          <a:solidFill>
            <a:srgbClr val="F5C842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0424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7178040" y="100584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1005840"/>
            <a:ext cx="1572768" cy="274320"/>
          </a:xfrm>
          <a:prstGeom prst="rect">
            <a:avLst/>
          </a:prstGeom>
          <a:solidFill>
            <a:srgbClr val="F5C842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0424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411480" y="224028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240280"/>
            <a:ext cx="1572768" cy="274320"/>
          </a:xfrm>
          <a:prstGeom prst="rect">
            <a:avLst/>
          </a:prstGeom>
          <a:solidFill>
            <a:srgbClr val="F5C842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2768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26243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2103120" y="224028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03120" y="2240280"/>
            <a:ext cx="1572768" cy="274320"/>
          </a:xfrm>
          <a:prstGeom prst="rect">
            <a:avLst/>
          </a:prstGeom>
          <a:solidFill>
            <a:srgbClr val="FF9F43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103120" y="22768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26243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3794760" y="224028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94760" y="2240280"/>
            <a:ext cx="1572768" cy="274320"/>
          </a:xfrm>
          <a:prstGeom prst="rect">
            <a:avLst/>
          </a:prstGeom>
          <a:solidFill>
            <a:srgbClr val="FF9F43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794760" y="22768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94760" y="26243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5486400" y="224028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2240280"/>
            <a:ext cx="1572768" cy="274320"/>
          </a:xfrm>
          <a:prstGeom prst="rect">
            <a:avLst/>
          </a:prstGeom>
          <a:solidFill>
            <a:srgbClr val="F4614F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22768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26243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6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7178040" y="224028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78040" y="2240280"/>
            <a:ext cx="1572768" cy="274320"/>
          </a:xfrm>
          <a:prstGeom prst="rect">
            <a:avLst/>
          </a:prstGeom>
          <a:solidFill>
            <a:srgbClr val="F4614F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78040" y="22768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262432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6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45" name="Shape 43"/>
          <p:cNvSpPr/>
          <p:nvPr/>
        </p:nvSpPr>
        <p:spPr>
          <a:xfrm>
            <a:off x="411480" y="347472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11480" y="3474720"/>
            <a:ext cx="1572768" cy="274320"/>
          </a:xfrm>
          <a:prstGeom prst="rect">
            <a:avLst/>
          </a:prstGeom>
          <a:solidFill>
            <a:srgbClr val="00C9A7">
              <a:alpha val="3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3511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" y="38587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49" name="Shape 47"/>
          <p:cNvSpPr/>
          <p:nvPr/>
        </p:nvSpPr>
        <p:spPr>
          <a:xfrm>
            <a:off x="2103120" y="347472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103120" y="3474720"/>
            <a:ext cx="1572768" cy="274320"/>
          </a:xfrm>
          <a:prstGeom prst="rect">
            <a:avLst/>
          </a:prstGeom>
          <a:solidFill>
            <a:srgbClr val="00C9A7">
              <a:alpha val="3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103120" y="3511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103120" y="38587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53" name="Shape 51"/>
          <p:cNvSpPr/>
          <p:nvPr/>
        </p:nvSpPr>
        <p:spPr>
          <a:xfrm>
            <a:off x="3794760" y="347472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94760" y="3474720"/>
            <a:ext cx="1572768" cy="274320"/>
          </a:xfrm>
          <a:prstGeom prst="rect">
            <a:avLst/>
          </a:prstGeom>
          <a:solidFill>
            <a:srgbClr val="00C9A7">
              <a:alpha val="3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794760" y="3511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794760" y="38587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57" name="Shape 55"/>
          <p:cNvSpPr/>
          <p:nvPr/>
        </p:nvSpPr>
        <p:spPr>
          <a:xfrm>
            <a:off x="5486400" y="347472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86400" y="3474720"/>
            <a:ext cx="1572768" cy="274320"/>
          </a:xfrm>
          <a:prstGeom prst="rect">
            <a:avLst/>
          </a:prstGeom>
          <a:solidFill>
            <a:srgbClr val="00C9A7">
              <a:alpha val="3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0" y="3511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0" y="38587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61" name="Shape 59"/>
          <p:cNvSpPr/>
          <p:nvPr/>
        </p:nvSpPr>
        <p:spPr>
          <a:xfrm>
            <a:off x="7178040" y="3474720"/>
            <a:ext cx="1572768" cy="1078992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178040" y="3474720"/>
            <a:ext cx="1572768" cy="274320"/>
          </a:xfrm>
          <a:prstGeom prst="rect">
            <a:avLst/>
          </a:prstGeom>
          <a:solidFill>
            <a:srgbClr val="00C9A7">
              <a:alpha val="3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178040" y="3511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78040" y="385876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65" name="Shape 63"/>
          <p:cNvSpPr/>
          <p:nvPr/>
        </p:nvSpPr>
        <p:spPr>
          <a:xfrm>
            <a:off x="411480" y="4572000"/>
            <a:ext cx="8321040" cy="475488"/>
          </a:xfrm>
          <a:prstGeom prst="rect">
            <a:avLst/>
          </a:prstGeom>
          <a:solidFill>
            <a:srgbClr val="0D1A2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11480" y="4572000"/>
            <a:ext cx="54864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7" name="Text 65"/>
          <p:cNvSpPr/>
          <p:nvPr/>
        </p:nvSpPr>
        <p:spPr>
          <a:xfrm>
            <a:off x="594360" y="46268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đúng 8–10 câu → nền tảng ổn, hoàn toàn có thể đẩy lên 8–9 điểm.  Dưới 5 câu → không sao, đó là lý do mình ở đây. 😄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F5C84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Bạn đang ở đâu — và mình sẽ đi đến đâu cùng bạn?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118872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54864" cy="1188720"/>
          </a:xfrm>
          <a:prstGeom prst="rect">
            <a:avLst/>
          </a:prstGeom>
          <a:solidFill>
            <a:srgbClr val="F4614F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" y="1005840"/>
            <a:ext cx="2011680" cy="1188720"/>
          </a:xfrm>
          <a:prstGeom prst="rect">
            <a:avLst/>
          </a:prstGeom>
          <a:solidFill>
            <a:srgbClr val="F4614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097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câu đúng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LẤY LẠI GỐC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188720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củng cố kiến thức nền: hàm số, lượng giác, đại số cơ bản. Gốc chắc là đi được xa — đừng lo.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304288"/>
            <a:ext cx="8321040" cy="118872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04288"/>
            <a:ext cx="54864" cy="11887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" y="2304288"/>
            <a:ext cx="2011680" cy="1188720"/>
          </a:xfrm>
          <a:prstGeom prst="rect">
            <a:avLst/>
          </a:prstGeom>
          <a:solidFill>
            <a:srgbClr val="F5C842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395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9 câu đúng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8346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ỔN NHƯNG CHƯA CHẮC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có nền nhưng còn lỗ hổng. Ưu tiên lấp những chỗ chưa chắc → điểm sẽ ổn định và tăng đều.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8321040" cy="1188720"/>
          </a:xfrm>
          <a:prstGeom prst="rect">
            <a:avLst/>
          </a:prstGeom>
          <a:solidFill>
            <a:srgbClr val="1A2B3F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02736"/>
            <a:ext cx="54864" cy="1188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" y="3602736"/>
            <a:ext cx="2011680" cy="1188720"/>
          </a:xfrm>
          <a:prstGeom prst="rect">
            <a:avLst/>
          </a:prstGeom>
          <a:solidFill>
            <a:srgbClr val="4ADE8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15 câu đúng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1330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ĐẠT 8–9 ĐIỂM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785616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tốt. Chiến lược: bài nâng cao, tránh mất điểm oan, đẩy đến mức điểm thi cao.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4800600"/>
            <a:ext cx="8321040" cy="50292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188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"Toán không khó — chỉ khó khi hổng kiến thức. Mình cùng lấp lỗ hổng đó nhé."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0" y="137160"/>
            <a:ext cx="5029200" cy="5029200"/>
          </a:xfrm>
          <a:prstGeom prst="ellipse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685800"/>
            <a:ext cx="3840480" cy="3840480"/>
          </a:xfrm>
          <a:prstGeom prst="ellipse">
            <a:avLst/>
          </a:prstGeom>
          <a:solidFill>
            <a:srgbClr val="0E1D2F"/>
          </a:solidFill>
          <a:ln w="12700">
            <a:solidFill>
              <a:srgbClr val="0E1D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mình học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gì cùng nhau?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Kết thúc — Bước tiếp theo của bạn là gì?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muốn cải thiện phần nào nhất?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4251960" cy="438912"/>
          </a:xfrm>
          <a:prstGeom prst="rect">
            <a:avLst/>
          </a:prstGeom>
          <a:solidFill>
            <a:srgbClr val="1A2B3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54864" cy="4389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27632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số mũ &amp; logarit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4251960" cy="438912"/>
          </a:xfrm>
          <a:prstGeom prst="rect">
            <a:avLst/>
          </a:prstGeom>
          <a:solidFill>
            <a:srgbClr val="1A2B3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93976"/>
            <a:ext cx="54864" cy="4389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48840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giác &amp; phương trình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4251960" cy="438912"/>
          </a:xfrm>
          <a:prstGeom prst="rect">
            <a:avLst/>
          </a:prstGeom>
          <a:solidFill>
            <a:srgbClr val="1A2B3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615184"/>
            <a:ext cx="54864" cy="43891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7004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&amp; tổ hợp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136392"/>
            <a:ext cx="4251960" cy="438912"/>
          </a:xfrm>
          <a:prstGeom prst="rect">
            <a:avLst/>
          </a:prstGeom>
          <a:solidFill>
            <a:srgbClr val="1A2B3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36392"/>
            <a:ext cx="54864" cy="43891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9125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học không gian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251960" cy="438912"/>
          </a:xfrm>
          <a:prstGeom prst="rect">
            <a:avLst/>
          </a:prstGeom>
          <a:solidFill>
            <a:srgbClr val="1A2B3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57600"/>
            <a:ext cx="54864" cy="438912"/>
          </a:xfrm>
          <a:prstGeom prst="rect">
            <a:avLst/>
          </a:prstGeom>
          <a:solidFill>
            <a:srgbClr val="F4614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1246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Đạo hàm (lớp 12)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3159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bạn đã tin tưởng và tham gia buổi học thử!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6817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Hẹn gặp lại — và mình tin buổi sau sẽ còn tốt hơn. 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Toán 11 – Buổi Học Thử</dc:title>
  <dc:subject>PptxGenJS Presentation</dc:subject>
  <dc:creator>PptxGenJS</dc:creator>
  <cp:lastModifiedBy>PptxGenJS</cp:lastModifiedBy>
  <cp:revision>1</cp:revision>
  <dcterms:created xsi:type="dcterms:W3CDTF">2026-05-06T09:04:48Z</dcterms:created>
  <dcterms:modified xsi:type="dcterms:W3CDTF">2026-05-06T09:04:49Z</dcterms:modified>
</cp:coreProperties>
</file>