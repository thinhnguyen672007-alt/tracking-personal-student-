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274320"/>
            <a:ext cx="5029200" cy="5029200"/>
          </a:xfrm>
          <a:prstGeom prst="ellipse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3840480" cy="3840480"/>
          </a:xfrm>
          <a:prstGeom prst="ellipse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0" y="1188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bx + c =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0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9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√x  ·  ax + 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α  =  a/c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5029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học thử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thi vào lớp 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THPT – Môn Toán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572000" cy="96012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54864" cy="9601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364992"/>
            <a:ext cx="4315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đầu thầy chủ yếu làm quen và kiểm tra nền tảng thôi — không cần căng thẳng, cứ thoải mái nhé 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19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FUNIX  |  Gia sư Toán  |  Ôn thi vào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Thầy hỏi nhanh một chút nhé 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câu trả lời đúng hay sai — cứ thành thật là ổn nhất.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114800" cy="157276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54864" cy="1572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6072" y="1874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đang thấy Toán khó nhất phần nào?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43230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thức? Hàm số? Hình học? Phương trình?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18888" y="1353312"/>
            <a:ext cx="4114800" cy="157276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353312"/>
            <a:ext cx="54864" cy="1572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Toán gần đây của em khoảng bao nhiêu?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43230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kiểm tra hoặc học kỳ gần nhất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44952"/>
            <a:ext cx="4114800" cy="157276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44952"/>
            <a:ext cx="54864" cy="1572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muốn thi trường nào?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412394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trường THPT mà em hướng tới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3044952"/>
            <a:ext cx="4114800" cy="157276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3044952"/>
            <a:ext cx="54864" cy="1572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83480" y="35661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điểm của em là bao nhiêu?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412394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môn  /  7+  /  8+  /  9+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Một chút về thầy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103120" cy="2103120"/>
          </a:xfrm>
          <a:prstGeom prst="ellipse">
            <a:avLst/>
          </a:prstGeom>
          <a:solidFill>
            <a:srgbClr val="162C44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1737360" cy="1737360"/>
          </a:xfrm>
          <a:prstGeom prst="ellipse">
            <a:avLst/>
          </a:prstGeom>
          <a:solidFill>
            <a:srgbClr val="193550"/>
          </a:solidFill>
          <a:ln w="12700">
            <a:solidFill>
              <a:srgbClr val="19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96012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Vũ Đức Thịnh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97480" y="15087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năm nhất — Đại học Kinh tế Quốc Dân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920240"/>
            <a:ext cx="3337560" cy="47548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920240"/>
            <a:ext cx="54864" cy="47548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956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THPT 2025 môn Toán: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 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1956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đại học: 3.44 / 4.0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TB môn Toán qua các năm: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97480" y="2880360"/>
            <a:ext cx="1691640" cy="10058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29077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1691640" cy="10058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29077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46520" y="2880360"/>
            <a:ext cx="1691640" cy="10058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29077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977640"/>
            <a:ext cx="54864" cy="8686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41648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Thầy hiểu cảm giác học Toán bị hổng kiến thức — nên sẽ ưu tiên dạy dễ hiểu và chắc nền trước, không bỏ qua bước nào.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Muốn tăng điểm Toán cần gì?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539496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9844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Chắc nền cơ bản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thức, phương trình, hệ PT — đây là gốc rễ của đề thi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539496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25856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dạng bài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đúng → chọn đúng phương pháp → không mất điểm oan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539496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21868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lỗi ngớ ngẩn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33649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dấu, sai điều kiện, bỏ nghiệm — đây là nguồn mất điểm nhiều nhất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04488"/>
            <a:ext cx="539496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17880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995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 tư duy từng bước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5840" y="43251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logic, đủ ý, không nhảy bước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024128"/>
            <a:ext cx="2743200" cy="324612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24128"/>
            <a:ext cx="274320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0241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NHỞ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6002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vào 10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đáng sợ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học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cách.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2200" y="33101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trọng nhất: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thật sự,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học tủ.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Mini Test — Câu 1 &amp; 2 (Tự luận)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BẢN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– Thống kê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hộp đựng 50 thẻ ghi các số từ 50 đến 99. Rút ngẫu nhiên một thẻ.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xác suất để số ghi trên thẻ chia cho 7 dư 1.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Liệt kê các số từ 50–99 thỏa mãn n ≡ 1 (mod 7)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BẢN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 – Biểu thức đại số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00984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biểu thức:  A = (√x − 3) / (√x + 3)  với x ≥ 0, x ≠ 9.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giá trị của A tại x = 36.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98264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Thay x = 36, tính √36 = 6, rồi rút gọn phân số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lời giải vào vở — thầy sẽ hướng dẫn ngay sau khi em làm xong.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Mini Test — Câu 3 &amp; 4 (Tự luận)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 – Rút gọn biểu thức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gọn biểu thức: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(√x + 3)/(√x − 3) − (5√x + 3 − 30)/(x − 9)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x ≥ 0, x ≠ 9.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Quy đồng mẫu chung (√x − 3)(√x + 3) = x − 9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phương trình – Bài toán thực tế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4.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00984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giảm 15%, laptop giảm 10% so với giá niêm yết.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giá niêm yết: 39,3 triệu. Tổng thanh toán: 34,59 triệu.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giá niêm yết của mỗi sản phẩm.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98264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Đặt ẩn giá niêm yết, lập hệ 2 phương trình 2 ẩn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lời giải vào vở — thầy sẽ hướng dẫn ngay sau khi em làm xong.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Mini Test — Câu 5 &amp; 6 (Tự luận)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– Bài toán chuyển động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đi học 12 km bằng xe máy. Đi 3 km đầu với vận tốc thường, dừng bơm xe 3 phút,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đó tăng tốc thêm 6 km/h để đến trường đúng giờ.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vận tốc ban đầu và vận tốc sau khi tăng tốc.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Gọi vận tốc ban đầu là x (km/h), lập phương trình từ điều kiện tổng thời gian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bậc hai – Định lý Viète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6.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00984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x² + 10x + 4 = 0 có hai nghiệm âm phân biệt x₁, x₂.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giải phương trình, tính giá trị biểu thức: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√(−16x₁ + 5) − x₂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98264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Dùng Viète: x₁ + x₂ = −10. Biến đổi −16x₁ + 5 về dạng bình phương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lời giải vào vở — thầy sẽ hướng dẫn ngay sau khi em làm xong.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Mini Test — Câu 7 &amp; 8 (Tự luận)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 không gian – Hình trụ &amp; Hình cầu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7.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hình trụ: cao 15 cm, đường kính đáy 5 cm, chứa nước cao 10 cm.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Tính thể tích nước (làm tròn đến hàng phần trăm).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Thả 5 viên bi cầu bằng nhau, nước dâng đến miệng ly.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Tính bán kính mỗi viên bi (làm tròn đến hàng phần nghìn).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V_nước = πR²h. Thể tích 5 bi = thể tích nước tăng lên. Bi: V = (4/3)πr³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 phẳng – Đường tròn ngoại tiếp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8.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00984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Nửa đường tròn (O) đường kính AB. Điểm C trên nửa đường tròn (AC &lt; BC).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trên BC, K là chân đường vuông góc từ H xuống AB.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4 điểm A, K, H, C cùng thuộc một đường tròn.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98264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Chứng minh ∠ACH = ∠AKH = 90°, cùng nhìn AH dưới góc vuông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lời giải vào vở — thầy sẽ hướng dẫn ngay sau khi em làm xong.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Mini Test — Câu 9 &amp; 10 (Tự luận)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số nâng cao – Bất phương trình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9.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 = A · B với A = (√x − 3)/(√x + 3) và B đã rút gọn được: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(√x − 2)/(√x − 3).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giá trị nguyên lớn nhất của x để |P| &gt; 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|P| &gt; P ⟺ P &lt; 0. Xét dấu tử và mẫu của P = (√x − 2)/(√x + 3)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8321040" cy="192024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 thực tế – Tối ưu hóa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10.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00984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sản xuất x sản phẩm/tháng.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thu: −20x² + 2200x − 19980 (nghìn đồng).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bình quân: 20/x + 100 (nghìn đồng/SP).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số sản phẩm nhỏ nhất để lợi nhuận &gt; 10 triệu đồng/tháng.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98264"/>
            <a:ext cx="8183880" cy="384048"/>
          </a:xfrm>
          <a:prstGeom prst="rect">
            <a:avLst/>
          </a:prstGeom>
          <a:solidFill>
            <a:srgbClr val="0A1F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4398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Lợi nhuận = Doanh thu − Tổng chi phí. Giải bất phương trình bậc hai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lời giải vào vở — thầy sẽ hướng dẫn ngay sau khi em làm xong.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Đáp án &amp; Nhận xét — Em làm được mấy câu?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1581912" cy="256032"/>
          </a:xfrm>
          <a:prstGeom prst="rect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241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8/50 = 4/25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8256" y="9875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987552"/>
            <a:ext cx="1581912" cy="256032"/>
          </a:xfrm>
          <a:prstGeom prst="rect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10241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21408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1/3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9875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987552"/>
            <a:ext cx="1581912" cy="256032"/>
          </a:xfrm>
          <a:prstGeom prst="rect">
            <a:avLst/>
          </a:prstGeom>
          <a:solidFill>
            <a:srgbClr val="FFB703">
              <a:alpha val="3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0241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22192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(√x − 2)/(√x − 3)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9875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987552"/>
            <a:ext cx="1581912" cy="256032"/>
          </a:xfrm>
          <a:prstGeom prst="rect">
            <a:avLst/>
          </a:prstGeom>
          <a:solidFill>
            <a:srgbClr val="FFB703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0241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22976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ĐT: 15,6tr  |  Laptop: 23,7tr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50608" y="9875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0608" y="987552"/>
            <a:ext cx="1581912" cy="256032"/>
          </a:xfrm>
          <a:prstGeom prst="rect">
            <a:avLst/>
          </a:prstGeom>
          <a:solidFill>
            <a:srgbClr val="FFB703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150608" y="10241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v₀ = 30 km/h  |  v = 36 km/h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23591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359152"/>
            <a:ext cx="1581912" cy="256032"/>
          </a:xfrm>
          <a:prstGeom prst="rect">
            <a:avLst/>
          </a:prstGeom>
          <a:solidFill>
            <a:srgbClr val="FFB703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3957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0624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48256" y="23591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48256" y="2359152"/>
            <a:ext cx="1581912" cy="256032"/>
          </a:xfrm>
          <a:prstGeom prst="rect">
            <a:avLst/>
          </a:prstGeom>
          <a:solidFill>
            <a:srgbClr val="FB923C">
              <a:alpha val="3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048256" y="23957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21408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≈ 196,35 cm³  b) ≈ 1,674 cm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49040" y="23591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49040" y="2359152"/>
            <a:ext cx="1581912" cy="256032"/>
          </a:xfrm>
          <a:prstGeom prst="rect">
            <a:avLst/>
          </a:prstGeom>
          <a:solidFill>
            <a:srgbClr val="FB923C">
              <a:alpha val="3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23957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22192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∠ACH = ∠AKH = 90° → c.m.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9824" y="23591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9824" y="2359152"/>
            <a:ext cx="1581912" cy="256032"/>
          </a:xfrm>
          <a:prstGeom prst="rect">
            <a:avLst/>
          </a:prstGeom>
          <a:solidFill>
            <a:srgbClr val="FB923C">
              <a:alpha val="3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49824" y="23957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22976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 (nghiệm nguyên lớn nhất)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50608" y="2359152"/>
            <a:ext cx="1581912" cy="1207008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0608" y="2359152"/>
            <a:ext cx="1581912" cy="256032"/>
          </a:xfrm>
          <a:prstGeom prst="rect">
            <a:avLst/>
          </a:prstGeom>
          <a:solidFill>
            <a:srgbClr val="FB923C">
              <a:alpha val="3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50608" y="239572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18 SP  |  LN = 11,32 tr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" y="3730752"/>
            <a:ext cx="2651760" cy="64008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7472" y="3730752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câu → Cần lấy lại gốc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" y="405079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căn thức, phương trình cơ bản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73552" y="3730752"/>
            <a:ext cx="2651760" cy="64008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73552" y="3730752"/>
            <a:ext cx="54864" cy="6400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1" name="Text 49"/>
          <p:cNvSpPr/>
          <p:nvPr/>
        </p:nvSpPr>
        <p:spPr>
          <a:xfrm>
            <a:off x="3410712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7 câu → Nền tảng ổn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10712" y="405079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Lấp lỗ hổng → hướng đến 7–8 điểm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99632" y="3730752"/>
            <a:ext cx="2651760" cy="64008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99632" y="3730752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6336792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câu → Khá – Giỏi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36792" y="405079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bài nâng cao, ít mất điểm oan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Nếu muốn tăng điểm nhanh…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5272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069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chắc dạng cơ bản trước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thức, phương trình bậc 1–2, hệ PT — đây chiếm 60–70% đề thi vào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832104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21284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029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học tắt, không bỏ bước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359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bước lập luận đều có điểm. Nhảy bước = mất điểm trình bày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832104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17296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9900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 ít nhưng hiểu thật kỹ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319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bài hiểu rõ hơn 10 bài làm qua. Suy nghĩ tại sao trước khi làm tiếp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867912"/>
            <a:ext cx="8321040" cy="822960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13308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950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lỗi sai thường xuyên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2793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'sổ lỗi sai' — ghi lại, xem lại mỗi tuần. Lỗi cũ không được mắc lại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800600"/>
            <a:ext cx="8321040" cy="41148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828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"Chỉ cần học đúng hướng, Toán sẽ dễ thở hơn rất nhiều.  Thầy sẽ cùng đi từng bước với em. 👍"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Cấu trúc đề thi vào 10 — Biết để chuẩn bị đúng chỗ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theo đề thi thử THCS Tự Lập 2026 — cấu trúc gần sát đề chính thức: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2179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6217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4630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kê, Xác suất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591056"/>
            <a:ext cx="1371600" cy="182880"/>
          </a:xfrm>
          <a:prstGeom prst="rect">
            <a:avLst/>
          </a:prstGeom>
          <a:solidFill>
            <a:srgbClr val="162C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1591056"/>
            <a:ext cx="20574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5727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084832"/>
            <a:ext cx="8321040" cy="62179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084832"/>
            <a:ext cx="54864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249424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2494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21762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thức, Biểu thức đại số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304288"/>
            <a:ext cx="1371600" cy="182880"/>
          </a:xfrm>
          <a:prstGeom prst="rect">
            <a:avLst/>
          </a:prstGeom>
          <a:solidFill>
            <a:srgbClr val="162C44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2304288"/>
            <a:ext cx="20574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2860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798064"/>
            <a:ext cx="8321040" cy="62179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798064"/>
            <a:ext cx="54864" cy="6217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296265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III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29626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28895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PT, PT bậc hai, Chuyển động, Viète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49440" y="3017520"/>
            <a:ext cx="1371600" cy="182880"/>
          </a:xfrm>
          <a:prstGeom prst="rect">
            <a:avLst/>
          </a:prstGeom>
          <a:solidFill>
            <a:srgbClr val="162C44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0" y="3017520"/>
            <a:ext cx="342900" cy="1828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2999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511296"/>
            <a:ext cx="8321040" cy="62179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511296"/>
            <a:ext cx="54864" cy="6217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3675888"/>
            <a:ext cx="310896" cy="31089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36758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4.0đ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737360" y="36027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học: Đường tròn, Hình trụ, CM hình học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949440" y="3730752"/>
            <a:ext cx="1371600" cy="182880"/>
          </a:xfrm>
          <a:prstGeom prst="rect">
            <a:avLst/>
          </a:prstGeom>
          <a:solidFill>
            <a:srgbClr val="162C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0" y="3730752"/>
            <a:ext cx="548640" cy="182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1" name="Text 39"/>
          <p:cNvSpPr/>
          <p:nvPr/>
        </p:nvSpPr>
        <p:spPr>
          <a:xfrm>
            <a:off x="8394192" y="37124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4224528"/>
            <a:ext cx="8321040" cy="62179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4224528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4389120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56692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" y="43891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0.5đ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737360" y="43159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thực tế, Tối ưu hóa (câu bonus)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949440" y="4443984"/>
            <a:ext cx="1371600" cy="182880"/>
          </a:xfrm>
          <a:prstGeom prst="rect">
            <a:avLst/>
          </a:prstGeom>
          <a:solidFill>
            <a:srgbClr val="162C44"/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4443984"/>
            <a:ext cx="685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8394192" y="44256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4956048"/>
            <a:ext cx="8321040" cy="457200"/>
          </a:xfrm>
          <a:prstGeom prst="rect">
            <a:avLst/>
          </a:prstGeom>
          <a:solidFill>
            <a:srgbClr val="0A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8640" y="498348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Hình học chiếm 40% — đây là phần QUYẾT ĐỊNH điểm cao. Căn thức + PT là nền không thể thiếu.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91440"/>
            <a:ext cx="5029200" cy="5029200"/>
          </a:xfrm>
          <a:prstGeom prst="ellipse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594360"/>
            <a:ext cx="3931920" cy="3931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0972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 học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gì cùng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|  Buổi sau mình học gì?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vào kết quả mini test hôm nay, thầy sẽ điều chỉnh lộ trình phù hợp: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4297680" cy="43891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81328"/>
            <a:ext cx="54864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36192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thức &amp; Biểu thức đại số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4297680" cy="43891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02536"/>
            <a:ext cx="54864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57400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&amp; Hệ phương trình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4297680" cy="43891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23744"/>
            <a:ext cx="54864" cy="43891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78608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y = ax + b &amp; đồ thị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4297680" cy="43891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44952"/>
            <a:ext cx="54864" cy="43891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9981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học: Đường tròn ngoại tiếp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297680" cy="438912"/>
          </a:xfrm>
          <a:prstGeom prst="rect">
            <a:avLst/>
          </a:prstGeom>
          <a:solidFill>
            <a:srgbClr val="162C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21024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 đề thi thử vào 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em đã tham gia buổi học thử!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cần học đúng hướng, Toán sẽ dễ thở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rất nhiều — thầy tin điều đó. 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501091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Ôn thi vào lớp 10 – Buổi học thử</dc:title>
  <dc:subject>PptxGenJS Presentation</dc:subject>
  <dc:creator>PptxGenJS</dc:creator>
  <cp:lastModifiedBy>PptxGenJS</cp:lastModifiedBy>
  <cp:revision>1</cp:revision>
  <dcterms:created xsi:type="dcterms:W3CDTF">2026-05-09T01:31:04Z</dcterms:created>
  <dcterms:modified xsi:type="dcterms:W3CDTF">2026-05-09T01:31:04Z</dcterms:modified>
</cp:coreProperties>
</file>